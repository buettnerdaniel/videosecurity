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Slab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Slab-bold.fntdata"/><Relationship Id="rId6" Type="http://schemas.openxmlformats.org/officeDocument/2006/relationships/slide" Target="slides/slide1.xml"/><Relationship Id="rId18" Type="http://schemas.openxmlformats.org/officeDocument/2006/relationships/font" Target="fonts/RobotoSlab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695d2a3f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695d2a3f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695d2a3f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695d2a3f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695d2a3f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695d2a3f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" sz="1750">
                <a:solidFill>
                  <a:schemeClr val="dk1"/>
                </a:solidFill>
              </a:rPr>
              <a:t>ADR-001: Modular Monolith vs Microservices</a:t>
            </a:r>
            <a:endParaRPr b="1" sz="175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200">
                <a:solidFill>
                  <a:schemeClr val="dk1"/>
                </a:solidFill>
              </a:rPr>
              <a:t>Kontext: Die Systemarchitektur sollte </a:t>
            </a:r>
            <a:r>
              <a:rPr b="1" lang="de" sz="1200">
                <a:solidFill>
                  <a:schemeClr val="dk1"/>
                </a:solidFill>
              </a:rPr>
              <a:t>verständlich </a:t>
            </a:r>
            <a:r>
              <a:rPr lang="de" sz="1200">
                <a:solidFill>
                  <a:schemeClr val="dk1"/>
                </a:solidFill>
              </a:rPr>
              <a:t>und leicht </a:t>
            </a:r>
            <a:r>
              <a:rPr b="1" lang="de" sz="1200">
                <a:solidFill>
                  <a:schemeClr val="dk1"/>
                </a:solidFill>
              </a:rPr>
              <a:t>wartbar </a:t>
            </a:r>
            <a:r>
              <a:rPr lang="de" sz="1200">
                <a:solidFill>
                  <a:schemeClr val="dk1"/>
                </a:solidFill>
              </a:rPr>
              <a:t>sein. Ein Wechsel zu </a:t>
            </a:r>
            <a:r>
              <a:rPr b="1" lang="de" sz="1200">
                <a:solidFill>
                  <a:schemeClr val="dk1"/>
                </a:solidFill>
              </a:rPr>
              <a:t>Microservices </a:t>
            </a:r>
            <a:r>
              <a:rPr lang="de" sz="1200">
                <a:solidFill>
                  <a:schemeClr val="dk1"/>
                </a:solidFill>
              </a:rPr>
              <a:t>soll in der Zukunft möglich sein.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200">
                <a:solidFill>
                  <a:schemeClr val="dk1"/>
                </a:solidFill>
              </a:rPr>
              <a:t>Entscheidung: Wir entwickeln einen Modularen Monolithen als Prototypen mit klar definierten Schnittstellen.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200">
                <a:solidFill>
                  <a:schemeClr val="dk1"/>
                </a:solidFill>
              </a:rPr>
              <a:t>Trade-offs: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de" sz="1200">
                <a:solidFill>
                  <a:schemeClr val="dk1"/>
                </a:solidFill>
              </a:rPr>
              <a:t>Pro: Single Deployment Unit (</a:t>
            </a:r>
            <a:r>
              <a:rPr lang="de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VideoSecurity.Api</a:t>
            </a:r>
            <a:r>
              <a:rPr lang="de" sz="1200">
                <a:solidFill>
                  <a:schemeClr val="dk1"/>
                </a:solidFill>
              </a:rPr>
              <a:t>), In-Memory Kommunikation (High Performance), einfaches Debugging.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de" sz="1200">
                <a:solidFill>
                  <a:schemeClr val="dk1"/>
                </a:solidFill>
              </a:rPr>
              <a:t>Contra: Skalierung erfolgt für die gesamte App, nicht granular pro Modul.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de" sz="1750">
                <a:solidFill>
                  <a:schemeClr val="dk1"/>
                </a:solidFill>
              </a:rPr>
              <a:t>ADR-003: Hybrid Storage Strategy</a:t>
            </a:r>
            <a:endParaRPr b="1" sz="175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200">
                <a:solidFill>
                  <a:schemeClr val="dk1"/>
                </a:solidFill>
              </a:rPr>
              <a:t>Kontext: Videodaten sind groß, Metadaten sind klein und strukturiert. Relationale Datenbanken skalieren schlecht mit BLOBs.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200">
                <a:solidFill>
                  <a:schemeClr val="dk1"/>
                </a:solidFill>
              </a:rPr>
              <a:t>Entscheidung: Trennung von Payload und Metadaten.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de" sz="1200">
                <a:solidFill>
                  <a:schemeClr val="dk1"/>
                </a:solidFill>
              </a:rPr>
              <a:t>Blob Storage (File System/Azure Blobstorage/S3): Speichert rohe Video-Dateien.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de" sz="1200">
                <a:solidFill>
                  <a:schemeClr val="dk1"/>
                </a:solidFill>
              </a:rPr>
              <a:t>relationale Datenbank: Speichert Pfade und Meta-Daten.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200">
                <a:solidFill>
                  <a:schemeClr val="dk1"/>
                </a:solidFill>
              </a:rPr>
              <a:t>Trade-offs: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de" sz="1200">
                <a:solidFill>
                  <a:schemeClr val="dk1"/>
                </a:solidFill>
              </a:rPr>
              <a:t>Pro: Datenbank bleibt performant und Suche ist strukturiert parametrisierbar. Separierter Zugriff auf Video-Streams.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de" sz="1200">
                <a:solidFill>
                  <a:schemeClr val="dk1"/>
                </a:solidFill>
              </a:rPr>
              <a:t>Contra: Risiko von verwaisten Dateien, wenn DB-Commit fehlschlägt (Lösung: Outbox).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695d2a3f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695d2a3f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Die Lösung ist in vertikale Module (Fachlichkeiten) und horizontale Schichten (Technik) geschnitten.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Api referenziert alle Projekte. Module referenzieren nur Contracts und Infrastructure. Kein Modul kennt ein anderes Modul.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695d2a3f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695d2a3f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Implementierung Detail um Pattern zu zeigen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Module interagieren über definierte Schnittstellen und entsprechende Events. Intelligence/Analysis erfährt über einen Background worker, der die Outbox Tabelle verwendet über neue Video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695d2a3f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695d2a3f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695d2a3f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695d2a3f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95d2a3f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95d2a3f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695d2a3f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695d2a3f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de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Habe ich Klaus nicht rechtzeitig eingebunden? Entschuldigen!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de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lange Erfahrung betonen, wertschätzen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de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Motivation erklären: Sorge wegen Komplexität des Projektes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de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Coaching der Juniors bei Umsetzung Integrations-Tests?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695d2a3f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695d2a3f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695d2a3f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695d2a3f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695d2a3f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695d2a3f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3135575" y="1759923"/>
            <a:ext cx="3054600" cy="107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/>
              <a:t>2. Interview 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400"/>
              <a:t>Tech Lead </a:t>
            </a:r>
            <a:endParaRPr sz="3400"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3135575" y="2934855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10.02.2026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Daniel Büttner</a:t>
            </a:r>
            <a:endParaRPr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625" y="1077272"/>
            <a:ext cx="3994500" cy="5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Aufgabe 1: Backend-Entwurf “VideoSecurity”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Domänen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Device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Recording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Analyse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Playback &amp;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konzeptioneller Entwurf in Visual Studio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Boundaries, Interfaces, DTOs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Konzept in backend.md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Architecture Decision Records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modularer Monolith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einfaches Deployment und Debugging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keine Netzwerklatenz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Microservices leicht extrahierbar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Hybrid storage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optimierte Performance für Videodaten und Metadaten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günstigerer Speicher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Risiko Dateninkonsistenz, deshalb Transactional Outbox Pattern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55850" y="3631975"/>
            <a:ext cx="1582800" cy="13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High-Level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Architektur</a:t>
            </a:r>
            <a:endParaRPr/>
          </a:p>
        </p:txBody>
      </p:sp>
      <p:pic>
        <p:nvPicPr>
          <p:cNvPr id="83" name="Google Shape;83;p16" title="architectureover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1050" y="152400"/>
            <a:ext cx="569024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9500" y="2968575"/>
            <a:ext cx="2091600" cy="184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Transactional </a:t>
            </a:r>
            <a:br>
              <a:rPr lang="de"/>
            </a:br>
            <a:r>
              <a:rPr lang="de"/>
              <a:t>Outbox</a:t>
            </a:r>
            <a:br>
              <a:rPr lang="de"/>
            </a:br>
            <a:r>
              <a:rPr lang="de"/>
              <a:t>Pattern</a:t>
            </a:r>
            <a:endParaRPr/>
          </a:p>
        </p:txBody>
      </p:sp>
      <p:pic>
        <p:nvPicPr>
          <p:cNvPr id="89" name="Google Shape;89;p17" title="sequence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500" y="152400"/>
            <a:ext cx="544976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Diskussion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Aufgabe 2: Lead im Team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Release in 3 Wochen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Ziel automatisierte Integration Tests für kritische 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Klaus (22 Jahre im Unternehmen, technisch stark) ist dagegen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zwei Junior-Entwickler interessiert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kritischer Bug erfordert 4-5 Tage Coding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Meine Führungsleitlinien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Never blame in public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Provide feedback immediately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Moving Motivators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werteorientierte Führung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3000" y="13050"/>
            <a:ext cx="3820990" cy="51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Szenario A: Klaus hat Sorgen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Klaus möchte Experte sein und für seine Kompetenz bewundert werden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er sorgt sich, dass der “neue Kram” seine Rolle gefährdet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Achtung und Respekt sind ihm sehr wichtig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umgehendes Gespräch in informellem Rahmen suchen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Szenario B: Klaus ist grundsätzlich dagegen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Klaus mag Veränderungen nicht gern, Bekanntes gibt Sicherheit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Kann Klaus (ggf. im Pairing) helfen, den Bug zu fixen?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keine direkte Auseinandersetzung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positiven Gegenwind streuen, Vertrauen verdienen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test-driven Bugfixing mit besonderem Fokus auf Juniors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Juniors berichten lassen, Fokus im Review/Retro auf Vorteile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Timeline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Gespräche: Klaus, Architect, Juniors ggf. PM/PO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Klaus motivieren/einbinden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TDD für kritischen Bug im Pairing (Klaus/Juniors)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Juniors Teile der Integration Test Strategie umsetzen lassen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A: Klaus Reviewed/Paired Juniors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B: </a:t>
            </a:r>
            <a:r>
              <a:rPr lang="de"/>
              <a:t>Klaus unterstützt beim Bugfixing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Release &amp; Retro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Produkt wurde bugfrei released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Team erkennt selbst, dass Tests gute Idee waren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Diskussion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